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CROSS · 배치 평면</a:t>
            </a:r>
            <a:endParaRPr lang="en-US" sz="2400" dirty="0"/>
          </a:p>
        </p:txBody>
      </p:sp>
      <p:sp>
        <p:nvSpPr>
          <p:cNvPr id="3" name="subtitle_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Arte Kids Park USA · Mission Zone · W 4,500 × D 6,300 mm · 예시 배치(개념안)</a:t>
            </a:r>
            <a:endParaRPr lang="en-US" sz="1100" dirty="0"/>
          </a:p>
        </p:txBody>
      </p:sp>
      <p:sp>
        <p:nvSpPr>
          <p:cNvPr id="4" name="floor_3"/>
          <p:cNvSpPr/>
          <p:nvPr/>
        </p:nvSpPr>
        <p:spPr>
          <a:xfrm>
            <a:off x="1417320" y="1325880"/>
            <a:ext cx="3265714" cy="45720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" name="floor_zone1_projection_4"/>
          <p:cNvSpPr/>
          <p:nvPr/>
        </p:nvSpPr>
        <p:spPr>
          <a:xfrm>
            <a:off x="1417320" y="1325880"/>
            <a:ext cx="3265714" cy="2286000"/>
          </a:xfrm>
          <a:prstGeom prst="rect">
            <a:avLst/>
          </a:prstGeom>
          <a:solidFill>
            <a:srgbClr val="FF8000">
              <a:alpha val="10000"/>
            </a:srgbClr>
          </a:solidFill>
          <a:ln/>
        </p:spPr>
      </p:sp>
      <p:sp>
        <p:nvSpPr>
          <p:cNvPr id="6" name="floor_zone2_projection_5"/>
          <p:cNvSpPr/>
          <p:nvPr/>
        </p:nvSpPr>
        <p:spPr>
          <a:xfrm>
            <a:off x="1417320" y="3611880"/>
            <a:ext cx="3265714" cy="2286000"/>
          </a:xfrm>
          <a:prstGeom prst="rect">
            <a:avLst/>
          </a:prstGeom>
          <a:solidFill>
            <a:srgbClr val="FF8000">
              <a:alpha val="7000"/>
            </a:srgbClr>
          </a:solidFill>
          <a:ln/>
        </p:spPr>
      </p:sp>
      <p:sp>
        <p:nvSpPr>
          <p:cNvPr id="7" name="zone_divider_6"/>
          <p:cNvSpPr/>
          <p:nvPr/>
        </p:nvSpPr>
        <p:spPr>
          <a:xfrm>
            <a:off x="1417320" y="3611880"/>
            <a:ext cx="3265714" cy="0"/>
          </a:xfrm>
          <a:prstGeom prst="line">
            <a:avLst/>
          </a:prstGeom>
          <a:noFill/>
          <a:ln w="9525">
            <a:solidFill>
              <a:srgbClr val="FF8000"/>
            </a:solidFill>
            <a:prstDash val="dash"/>
          </a:ln>
        </p:spPr>
      </p:sp>
      <p:sp>
        <p:nvSpPr>
          <p:cNvPr id="8" name="fall_zone_P1_7"/>
          <p:cNvSpPr/>
          <p:nvPr/>
        </p:nvSpPr>
        <p:spPr>
          <a:xfrm>
            <a:off x="1417320" y="2656114"/>
            <a:ext cx="653143" cy="2419531"/>
          </a:xfrm>
          <a:prstGeom prst="rect">
            <a:avLst/>
          </a:prstGeom>
          <a:solidFill>
            <a:srgbClr val="0065B2">
              <a:alpha val="10000"/>
            </a:srgbClr>
          </a:solidFill>
          <a:ln w="9525">
            <a:solidFill>
              <a:srgbClr val="0065B2"/>
            </a:solidFill>
            <a:prstDash val="dash"/>
          </a:ln>
        </p:spPr>
      </p:sp>
      <p:sp>
        <p:nvSpPr>
          <p:cNvPr id="9" name="fall_zone_P2_8"/>
          <p:cNvSpPr/>
          <p:nvPr/>
        </p:nvSpPr>
        <p:spPr>
          <a:xfrm>
            <a:off x="4029891" y="2656114"/>
            <a:ext cx="653143" cy="2419531"/>
          </a:xfrm>
          <a:prstGeom prst="rect">
            <a:avLst/>
          </a:prstGeom>
          <a:solidFill>
            <a:srgbClr val="0065B2">
              <a:alpha val="10000"/>
            </a:srgbClr>
          </a:solidFill>
          <a:ln w="9525">
            <a:solidFill>
              <a:srgbClr val="0065B2"/>
            </a:solidFill>
            <a:prstDash val="dash"/>
          </a:ln>
        </p:spPr>
      </p:sp>
      <p:sp>
        <p:nvSpPr>
          <p:cNvPr id="10" name="bar_rail_P1_9"/>
          <p:cNvSpPr/>
          <p:nvPr/>
        </p:nvSpPr>
        <p:spPr>
          <a:xfrm>
            <a:off x="1562463" y="2777309"/>
            <a:ext cx="0" cy="2177143"/>
          </a:xfrm>
          <a:prstGeom prst="line">
            <a:avLst/>
          </a:prstGeom>
          <a:noFill/>
          <a:ln w="25400">
            <a:solidFill>
              <a:srgbClr val="0065B2"/>
            </a:solidFill>
            <a:prstDash val="solid"/>
          </a:ln>
        </p:spPr>
      </p:sp>
      <p:sp>
        <p:nvSpPr>
          <p:cNvPr id="11" name="bar_rail_P1_10"/>
          <p:cNvSpPr/>
          <p:nvPr/>
        </p:nvSpPr>
        <p:spPr>
          <a:xfrm>
            <a:off x="1852749" y="2777309"/>
            <a:ext cx="0" cy="2177143"/>
          </a:xfrm>
          <a:prstGeom prst="line">
            <a:avLst/>
          </a:prstGeom>
          <a:noFill/>
          <a:ln w="25400">
            <a:solidFill>
              <a:srgbClr val="0065B2"/>
            </a:solidFill>
            <a:prstDash val="solid"/>
          </a:ln>
        </p:spPr>
      </p:sp>
      <p:sp>
        <p:nvSpPr>
          <p:cNvPr id="12" name="bar_rung_P1_11"/>
          <p:cNvSpPr/>
          <p:nvPr/>
        </p:nvSpPr>
        <p:spPr>
          <a:xfrm>
            <a:off x="1562463" y="2849880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3" name="bar_rung_P1_12"/>
          <p:cNvSpPr/>
          <p:nvPr/>
        </p:nvSpPr>
        <p:spPr>
          <a:xfrm>
            <a:off x="1562463" y="3127829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4" name="bar_rung_P1_13"/>
          <p:cNvSpPr/>
          <p:nvPr/>
        </p:nvSpPr>
        <p:spPr>
          <a:xfrm>
            <a:off x="1562463" y="3406503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5" name="bar_rung_P1_14"/>
          <p:cNvSpPr/>
          <p:nvPr/>
        </p:nvSpPr>
        <p:spPr>
          <a:xfrm>
            <a:off x="1562463" y="3684451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6" name="bar_rung_P1_15"/>
          <p:cNvSpPr/>
          <p:nvPr/>
        </p:nvSpPr>
        <p:spPr>
          <a:xfrm>
            <a:off x="1562463" y="3962400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7" name="bar_rung_P1_16"/>
          <p:cNvSpPr/>
          <p:nvPr/>
        </p:nvSpPr>
        <p:spPr>
          <a:xfrm>
            <a:off x="1562463" y="4241074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8" name="bar_rung_P1_17"/>
          <p:cNvSpPr/>
          <p:nvPr/>
        </p:nvSpPr>
        <p:spPr>
          <a:xfrm>
            <a:off x="1562463" y="4519023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19" name="bar_rung_P1_18"/>
          <p:cNvSpPr/>
          <p:nvPr/>
        </p:nvSpPr>
        <p:spPr>
          <a:xfrm>
            <a:off x="1562463" y="4796971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0" name="bar_rail_P2_19"/>
          <p:cNvSpPr/>
          <p:nvPr/>
        </p:nvSpPr>
        <p:spPr>
          <a:xfrm>
            <a:off x="4247606" y="2777309"/>
            <a:ext cx="0" cy="2177143"/>
          </a:xfrm>
          <a:prstGeom prst="line">
            <a:avLst/>
          </a:prstGeom>
          <a:noFill/>
          <a:ln w="25400">
            <a:solidFill>
              <a:srgbClr val="0065B2"/>
            </a:solidFill>
            <a:prstDash val="solid"/>
          </a:ln>
        </p:spPr>
      </p:sp>
      <p:sp>
        <p:nvSpPr>
          <p:cNvPr id="21" name="bar_rail_P2_20"/>
          <p:cNvSpPr/>
          <p:nvPr/>
        </p:nvSpPr>
        <p:spPr>
          <a:xfrm>
            <a:off x="4537891" y="2777309"/>
            <a:ext cx="0" cy="2177143"/>
          </a:xfrm>
          <a:prstGeom prst="line">
            <a:avLst/>
          </a:prstGeom>
          <a:noFill/>
          <a:ln w="25400">
            <a:solidFill>
              <a:srgbClr val="0065B2"/>
            </a:solidFill>
            <a:prstDash val="solid"/>
          </a:ln>
        </p:spPr>
      </p:sp>
      <p:sp>
        <p:nvSpPr>
          <p:cNvPr id="22" name="bar_rung_P2_21"/>
          <p:cNvSpPr/>
          <p:nvPr/>
        </p:nvSpPr>
        <p:spPr>
          <a:xfrm>
            <a:off x="4247606" y="2849880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3" name="bar_rung_P2_22"/>
          <p:cNvSpPr/>
          <p:nvPr/>
        </p:nvSpPr>
        <p:spPr>
          <a:xfrm>
            <a:off x="4247606" y="3127829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4" name="bar_rung_P2_23"/>
          <p:cNvSpPr/>
          <p:nvPr/>
        </p:nvSpPr>
        <p:spPr>
          <a:xfrm>
            <a:off x="4247606" y="3406503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5" name="bar_rung_P2_24"/>
          <p:cNvSpPr/>
          <p:nvPr/>
        </p:nvSpPr>
        <p:spPr>
          <a:xfrm>
            <a:off x="4247606" y="3684451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6" name="bar_rung_P2_25"/>
          <p:cNvSpPr/>
          <p:nvPr/>
        </p:nvSpPr>
        <p:spPr>
          <a:xfrm>
            <a:off x="4247606" y="3962400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7" name="bar_rung_P2_26"/>
          <p:cNvSpPr/>
          <p:nvPr/>
        </p:nvSpPr>
        <p:spPr>
          <a:xfrm>
            <a:off x="4247606" y="4241074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8" name="bar_rung_P2_27"/>
          <p:cNvSpPr/>
          <p:nvPr/>
        </p:nvSpPr>
        <p:spPr>
          <a:xfrm>
            <a:off x="4247606" y="4519023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9" name="bar_rung_P2_28"/>
          <p:cNvSpPr/>
          <p:nvPr/>
        </p:nvSpPr>
        <p:spPr>
          <a:xfrm>
            <a:off x="4247606" y="4796971"/>
            <a:ext cx="290286" cy="0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30" name="label_bar_29"/>
          <p:cNvSpPr txBox="1"/>
          <p:nvPr/>
        </p:nvSpPr>
        <p:spPr>
          <a:xfrm>
            <a:off x="548640" y="37561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5B2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P1</a:t>
            </a:r>
            <a:endParaRPr lang="en-US" sz="1000" dirty="0"/>
          </a:p>
        </p:txBody>
      </p:sp>
      <p:sp>
        <p:nvSpPr>
          <p:cNvPr id="31" name="label_bar_30"/>
          <p:cNvSpPr txBox="1"/>
          <p:nvPr/>
        </p:nvSpPr>
        <p:spPr>
          <a:xfrm>
            <a:off x="4774474" y="37561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5B2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P2</a:t>
            </a:r>
            <a:endParaRPr lang="en-US" sz="1000" dirty="0"/>
          </a:p>
        </p:txBody>
      </p:sp>
      <p:sp>
        <p:nvSpPr>
          <p:cNvPr id="32" name="box_bar_end_31"/>
          <p:cNvSpPr/>
          <p:nvPr/>
        </p:nvSpPr>
        <p:spPr>
          <a:xfrm>
            <a:off x="1489891" y="2269309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33" name="box_bar_end_32"/>
          <p:cNvSpPr/>
          <p:nvPr/>
        </p:nvSpPr>
        <p:spPr>
          <a:xfrm>
            <a:off x="1489891" y="5099594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34" name="box_bar_end_33"/>
          <p:cNvSpPr/>
          <p:nvPr/>
        </p:nvSpPr>
        <p:spPr>
          <a:xfrm>
            <a:off x="4175034" y="2269309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35" name="box_bar_end_34"/>
          <p:cNvSpPr/>
          <p:nvPr/>
        </p:nvSpPr>
        <p:spPr>
          <a:xfrm>
            <a:off x="4175034" y="5099594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36" name="box_beside_bar_35"/>
          <p:cNvSpPr/>
          <p:nvPr/>
        </p:nvSpPr>
        <p:spPr>
          <a:xfrm>
            <a:off x="2143034" y="3079931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 w="19050">
            <a:solidFill>
              <a:srgbClr val="FF8000"/>
            </a:solidFill>
            <a:prstDash val="solid"/>
          </a:ln>
        </p:spPr>
      </p:sp>
      <p:sp>
        <p:nvSpPr>
          <p:cNvPr id="37" name="box_beside_bar_36"/>
          <p:cNvSpPr/>
          <p:nvPr/>
        </p:nvSpPr>
        <p:spPr>
          <a:xfrm>
            <a:off x="2143034" y="4168503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 w="19050">
            <a:solidFill>
              <a:srgbClr val="FF8000"/>
            </a:solidFill>
            <a:prstDash val="solid"/>
          </a:ln>
        </p:spPr>
      </p:sp>
      <p:sp>
        <p:nvSpPr>
          <p:cNvPr id="38" name="box_beside_bar_37"/>
          <p:cNvSpPr/>
          <p:nvPr/>
        </p:nvSpPr>
        <p:spPr>
          <a:xfrm>
            <a:off x="3521891" y="3079931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 w="19050">
            <a:solidFill>
              <a:srgbClr val="FF8000"/>
            </a:solidFill>
            <a:prstDash val="solid"/>
          </a:ln>
        </p:spPr>
      </p:sp>
      <p:sp>
        <p:nvSpPr>
          <p:cNvPr id="39" name="box_beside_bar_38"/>
          <p:cNvSpPr/>
          <p:nvPr/>
        </p:nvSpPr>
        <p:spPr>
          <a:xfrm>
            <a:off x="3521891" y="4168503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 w="19050">
            <a:solidFill>
              <a:srgbClr val="FF8000"/>
            </a:solidFill>
            <a:prstDash val="solid"/>
          </a:ln>
        </p:spPr>
      </p:sp>
      <p:sp>
        <p:nvSpPr>
          <p:cNvPr id="40" name="box_center_39"/>
          <p:cNvSpPr/>
          <p:nvPr/>
        </p:nvSpPr>
        <p:spPr>
          <a:xfrm>
            <a:off x="2457269" y="1761309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41" name="box_center_40"/>
          <p:cNvSpPr/>
          <p:nvPr/>
        </p:nvSpPr>
        <p:spPr>
          <a:xfrm>
            <a:off x="3207657" y="1761309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42" name="box_center_41"/>
          <p:cNvSpPr/>
          <p:nvPr/>
        </p:nvSpPr>
        <p:spPr>
          <a:xfrm>
            <a:off x="2832463" y="3696789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43" name="box_center_42"/>
          <p:cNvSpPr/>
          <p:nvPr/>
        </p:nvSpPr>
        <p:spPr>
          <a:xfrm>
            <a:off x="2457269" y="5365931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44" name="box_center_43"/>
          <p:cNvSpPr/>
          <p:nvPr/>
        </p:nvSpPr>
        <p:spPr>
          <a:xfrm>
            <a:off x="3207657" y="5365931"/>
            <a:ext cx="435429" cy="362857"/>
          </a:xfrm>
          <a:prstGeom prst="roundRect">
            <a:avLst>
              <a:gd name="adj" fmla="val 10080"/>
            </a:avLst>
          </a:prstGeom>
          <a:solidFill>
            <a:srgbClr val="353A40"/>
          </a:solidFill>
          <a:ln/>
        </p:spPr>
      </p:sp>
      <p:sp>
        <p:nvSpPr>
          <p:cNvPr id="45" name="center_line_44"/>
          <p:cNvSpPr/>
          <p:nvPr/>
        </p:nvSpPr>
        <p:spPr>
          <a:xfrm>
            <a:off x="3050177" y="1325880"/>
            <a:ext cx="0" cy="4572000"/>
          </a:xfrm>
          <a:prstGeom prst="line">
            <a:avLst/>
          </a:prstGeom>
          <a:noFill/>
          <a:ln w="9525">
            <a:solidFill>
              <a:srgbClr val="D6DAE0"/>
            </a:solidFill>
            <a:prstDash val="sysDot"/>
          </a:ln>
        </p:spPr>
      </p:sp>
      <p:sp>
        <p:nvSpPr>
          <p:cNvPr id="46" name="wall_target_45"/>
          <p:cNvSpPr/>
          <p:nvPr/>
        </p:nvSpPr>
        <p:spPr>
          <a:xfrm>
            <a:off x="1417320" y="1325880"/>
            <a:ext cx="3265714" cy="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47" name="wall_side_P1_46"/>
          <p:cNvSpPr/>
          <p:nvPr/>
        </p:nvSpPr>
        <p:spPr>
          <a:xfrm>
            <a:off x="1417320" y="1325880"/>
            <a:ext cx="0" cy="457200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48" name="wall_side_P2_47"/>
          <p:cNvSpPr/>
          <p:nvPr/>
        </p:nvSpPr>
        <p:spPr>
          <a:xfrm>
            <a:off x="4683034" y="1325880"/>
            <a:ext cx="0" cy="457200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49" name="entrance_open_side_48"/>
          <p:cNvSpPr/>
          <p:nvPr/>
        </p:nvSpPr>
        <p:spPr>
          <a:xfrm>
            <a:off x="1417320" y="5897880"/>
            <a:ext cx="3265714" cy="0"/>
          </a:xfrm>
          <a:prstGeom prst="line">
            <a:avLst/>
          </a:prstGeom>
          <a:noFill/>
          <a:ln w="12700">
            <a:solidFill>
              <a:srgbClr val="7A828C"/>
            </a:solidFill>
            <a:prstDash val="dash"/>
          </a:ln>
        </p:spPr>
      </p:sp>
      <p:sp>
        <p:nvSpPr>
          <p:cNvPr id="50" name="target_P1_49"/>
          <p:cNvSpPr/>
          <p:nvPr/>
        </p:nvSpPr>
        <p:spPr>
          <a:xfrm>
            <a:off x="1431834" y="1243584"/>
            <a:ext cx="1603829" cy="64008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51" name="target_P2_50"/>
          <p:cNvSpPr/>
          <p:nvPr/>
        </p:nvSpPr>
        <p:spPr>
          <a:xfrm>
            <a:off x="3064691" y="1243584"/>
            <a:ext cx="1603829" cy="64008"/>
          </a:xfrm>
          <a:prstGeom prst="rect">
            <a:avLst/>
          </a:prstGeom>
          <a:solidFill>
            <a:srgbClr val="2F7BEA"/>
          </a:solidFill>
          <a:ln/>
        </p:spPr>
      </p:sp>
      <p:sp>
        <p:nvSpPr>
          <p:cNvPr id="52" name="label_target_51"/>
          <p:cNvSpPr txBox="1"/>
          <p:nvPr/>
        </p:nvSpPr>
        <p:spPr>
          <a:xfrm>
            <a:off x="1502229" y="996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P1 타깃 2,250</a:t>
            </a:r>
            <a:endParaRPr lang="en-US" sz="1100" dirty="0"/>
          </a:p>
        </p:txBody>
      </p:sp>
      <p:sp>
        <p:nvSpPr>
          <p:cNvPr id="53" name="label_target_52"/>
          <p:cNvSpPr txBox="1"/>
          <p:nvPr/>
        </p:nvSpPr>
        <p:spPr>
          <a:xfrm>
            <a:off x="3135086" y="996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P2 타깃 2,250</a:t>
            </a:r>
            <a:endParaRPr lang="en-US" sz="1100" dirty="0"/>
          </a:p>
        </p:txBody>
      </p:sp>
      <p:sp>
        <p:nvSpPr>
          <p:cNvPr id="54" name="wall_sensor_scan_53"/>
          <p:cNvSpPr/>
          <p:nvPr/>
        </p:nvSpPr>
        <p:spPr>
          <a:xfrm>
            <a:off x="1489891" y="1420223"/>
            <a:ext cx="3120571" cy="0"/>
          </a:xfrm>
          <a:prstGeom prst="line">
            <a:avLst/>
          </a:prstGeom>
          <a:noFill/>
          <a:ln w="15875">
            <a:solidFill>
              <a:srgbClr val="00A7B5"/>
            </a:solidFill>
            <a:prstDash val="dash"/>
          </a:ln>
        </p:spPr>
      </p:sp>
      <p:sp>
        <p:nvSpPr>
          <p:cNvPr id="55" name="wall_sensor_54"/>
          <p:cNvSpPr/>
          <p:nvPr/>
        </p:nvSpPr>
        <p:spPr>
          <a:xfrm>
            <a:off x="1435027" y="1343587"/>
            <a:ext cx="109728" cy="109728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56" name="wall_sensor_55"/>
          <p:cNvSpPr/>
          <p:nvPr/>
        </p:nvSpPr>
        <p:spPr>
          <a:xfrm>
            <a:off x="4555599" y="1343587"/>
            <a:ext cx="109728" cy="109728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57" name="label_wall_sensor_56"/>
          <p:cNvSpPr txBox="1"/>
          <p:nvPr/>
        </p:nvSpPr>
        <p:spPr>
          <a:xfrm>
            <a:off x="548640" y="1297867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</a:t>
            </a:r>
            <a:endParaRPr lang="en-US" sz="900" dirty="0"/>
          </a:p>
        </p:txBody>
      </p:sp>
      <p:sp>
        <p:nvSpPr>
          <p:cNvPr id="58" name="label_wall_sensor_57"/>
          <p:cNvSpPr txBox="1"/>
          <p:nvPr/>
        </p:nvSpPr>
        <p:spPr>
          <a:xfrm>
            <a:off x="4774474" y="1297867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</a:t>
            </a:r>
            <a:endParaRPr lang="en-US" sz="900" dirty="0"/>
          </a:p>
        </p:txBody>
      </p:sp>
      <p:sp>
        <p:nvSpPr>
          <p:cNvPr id="59" name="UST_projector_58"/>
          <p:cNvSpPr/>
          <p:nvPr/>
        </p:nvSpPr>
        <p:spPr>
          <a:xfrm>
            <a:off x="2087445" y="149279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60" name="label_UST_59"/>
          <p:cNvSpPr txBox="1"/>
          <p:nvPr/>
        </p:nvSpPr>
        <p:spPr>
          <a:xfrm>
            <a:off x="2416629" y="147450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UST</a:t>
            </a:r>
            <a:endParaRPr lang="en-US" sz="800" dirty="0"/>
          </a:p>
        </p:txBody>
      </p:sp>
      <p:sp>
        <p:nvSpPr>
          <p:cNvPr id="61" name="UST_projector_60"/>
          <p:cNvSpPr/>
          <p:nvPr/>
        </p:nvSpPr>
        <p:spPr>
          <a:xfrm>
            <a:off x="3720302" y="149279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62" name="label_UST_61"/>
          <p:cNvSpPr txBox="1"/>
          <p:nvPr/>
        </p:nvSpPr>
        <p:spPr>
          <a:xfrm>
            <a:off x="4049486" y="147450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UST</a:t>
            </a:r>
            <a:endParaRPr lang="en-US" sz="800" dirty="0"/>
          </a:p>
        </p:txBody>
      </p:sp>
      <p:sp>
        <p:nvSpPr>
          <p:cNvPr id="63" name="floor_projector_62"/>
          <p:cNvSpPr/>
          <p:nvPr/>
        </p:nvSpPr>
        <p:spPr>
          <a:xfrm>
            <a:off x="2903873" y="2599073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64" name="label_floor_projector_63"/>
          <p:cNvSpPr txBox="1"/>
          <p:nvPr/>
        </p:nvSpPr>
        <p:spPr>
          <a:xfrm>
            <a:off x="2592977" y="2736233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PJ ①</a:t>
            </a:r>
            <a:endParaRPr lang="en-US" sz="800" dirty="0"/>
          </a:p>
        </p:txBody>
      </p:sp>
      <p:sp>
        <p:nvSpPr>
          <p:cNvPr id="65" name="floor_projector_64"/>
          <p:cNvSpPr/>
          <p:nvPr/>
        </p:nvSpPr>
        <p:spPr>
          <a:xfrm>
            <a:off x="2903873" y="4776216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66" name="label_floor_projector_65"/>
          <p:cNvSpPr txBox="1"/>
          <p:nvPr/>
        </p:nvSpPr>
        <p:spPr>
          <a:xfrm>
            <a:off x="2592977" y="4913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PJ ②</a:t>
            </a:r>
            <a:endParaRPr lang="en-US" sz="800" dirty="0"/>
          </a:p>
        </p:txBody>
      </p:sp>
      <p:sp>
        <p:nvSpPr>
          <p:cNvPr id="67" name="ceiling_sensor_66"/>
          <p:cNvSpPr/>
          <p:nvPr/>
        </p:nvSpPr>
        <p:spPr>
          <a:xfrm>
            <a:off x="2329833" y="2419822"/>
            <a:ext cx="109728" cy="109728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68" name="label_ceiling_sensor_67"/>
          <p:cNvSpPr txBox="1"/>
          <p:nvPr/>
        </p:nvSpPr>
        <p:spPr>
          <a:xfrm>
            <a:off x="2110377" y="222779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3B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센서</a:t>
            </a:r>
            <a:endParaRPr lang="en-US" sz="800" dirty="0"/>
          </a:p>
        </p:txBody>
      </p:sp>
      <p:sp>
        <p:nvSpPr>
          <p:cNvPr id="69" name="ceiling_sensor_68"/>
          <p:cNvSpPr/>
          <p:nvPr/>
        </p:nvSpPr>
        <p:spPr>
          <a:xfrm>
            <a:off x="3660793" y="2419822"/>
            <a:ext cx="109728" cy="109728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70" name="label_ceiling_sensor_69"/>
          <p:cNvSpPr txBox="1"/>
          <p:nvPr/>
        </p:nvSpPr>
        <p:spPr>
          <a:xfrm>
            <a:off x="3441337" y="222779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3B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센서</a:t>
            </a:r>
            <a:endParaRPr lang="en-US" sz="800" dirty="0"/>
          </a:p>
        </p:txBody>
      </p:sp>
      <p:sp>
        <p:nvSpPr>
          <p:cNvPr id="71" name="ceiling_sensor_70"/>
          <p:cNvSpPr/>
          <p:nvPr/>
        </p:nvSpPr>
        <p:spPr>
          <a:xfrm>
            <a:off x="2329833" y="4657925"/>
            <a:ext cx="109728" cy="109728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72" name="label_ceiling_sensor_71"/>
          <p:cNvSpPr txBox="1"/>
          <p:nvPr/>
        </p:nvSpPr>
        <p:spPr>
          <a:xfrm>
            <a:off x="2110377" y="4804229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3B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센서</a:t>
            </a:r>
            <a:endParaRPr lang="en-US" sz="800" dirty="0"/>
          </a:p>
        </p:txBody>
      </p:sp>
      <p:sp>
        <p:nvSpPr>
          <p:cNvPr id="73" name="ceiling_sensor_72"/>
          <p:cNvSpPr/>
          <p:nvPr/>
        </p:nvSpPr>
        <p:spPr>
          <a:xfrm>
            <a:off x="3660793" y="4657925"/>
            <a:ext cx="109728" cy="109728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74" name="label_ceiling_sensor_73"/>
          <p:cNvSpPr txBox="1"/>
          <p:nvPr/>
        </p:nvSpPr>
        <p:spPr>
          <a:xfrm>
            <a:off x="3441337" y="4804229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3B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센서</a:t>
            </a:r>
            <a:endParaRPr lang="en-US" sz="800" dirty="0"/>
          </a:p>
        </p:txBody>
      </p:sp>
      <p:sp>
        <p:nvSpPr>
          <p:cNvPr id="75" name="label_zone1_74"/>
          <p:cNvSpPr txBox="1"/>
          <p:nvPr/>
        </p:nvSpPr>
        <p:spPr>
          <a:xfrm>
            <a:off x="4774474" y="1833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구역 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0–3,150</a:t>
            </a:r>
            <a:endParaRPr lang="en-US" sz="850" dirty="0"/>
          </a:p>
        </p:txBody>
      </p:sp>
      <p:sp>
        <p:nvSpPr>
          <p:cNvPr id="76" name="label_zone2_75"/>
          <p:cNvSpPr txBox="1"/>
          <p:nvPr/>
        </p:nvSpPr>
        <p:spPr>
          <a:xfrm>
            <a:off x="4774474" y="531730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구역 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3,150–6,300</a:t>
            </a:r>
            <a:endParaRPr lang="en-US" sz="850" dirty="0"/>
          </a:p>
        </p:txBody>
      </p:sp>
      <p:sp>
        <p:nvSpPr>
          <p:cNvPr id="77" name="label_entrance_76"/>
          <p:cNvSpPr txBox="1"/>
          <p:nvPr/>
        </p:nvSpPr>
        <p:spPr>
          <a:xfrm>
            <a:off x="1587137" y="5943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출발 · 입구 쪽 (개방 여부 확인 필요)</a:t>
            </a:r>
            <a:endParaRPr lang="en-US" sz="850" dirty="0"/>
          </a:p>
        </p:txBody>
      </p:sp>
      <p:sp>
        <p:nvSpPr>
          <p:cNvPr id="78" name="dim_77"/>
          <p:cNvSpPr/>
          <p:nvPr/>
        </p:nvSpPr>
        <p:spPr>
          <a:xfrm>
            <a:off x="1417320" y="6245352"/>
            <a:ext cx="3265714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79" name="dim_78"/>
          <p:cNvSpPr/>
          <p:nvPr/>
        </p:nvSpPr>
        <p:spPr>
          <a:xfrm>
            <a:off x="1417320" y="6190488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80" name="dim_79"/>
          <p:cNvSpPr/>
          <p:nvPr/>
        </p:nvSpPr>
        <p:spPr>
          <a:xfrm>
            <a:off x="4683034" y="6190488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81" name="dim_label_80"/>
          <p:cNvSpPr txBox="1"/>
          <p:nvPr/>
        </p:nvSpPr>
        <p:spPr>
          <a:xfrm>
            <a:off x="2501537" y="6300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4,500</a:t>
            </a:r>
            <a:endParaRPr lang="en-US" sz="1000" dirty="0"/>
          </a:p>
        </p:txBody>
      </p:sp>
      <p:sp>
        <p:nvSpPr>
          <p:cNvPr id="82" name="dim_81"/>
          <p:cNvSpPr/>
          <p:nvPr/>
        </p:nvSpPr>
        <p:spPr>
          <a:xfrm>
            <a:off x="5780314" y="1325880"/>
            <a:ext cx="0" cy="457200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83" name="dim_82"/>
          <p:cNvSpPr/>
          <p:nvPr/>
        </p:nvSpPr>
        <p:spPr>
          <a:xfrm>
            <a:off x="5725450" y="1325880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84" name="dim_83"/>
          <p:cNvSpPr/>
          <p:nvPr/>
        </p:nvSpPr>
        <p:spPr>
          <a:xfrm>
            <a:off x="5725450" y="5897880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85" name="dim_label_84"/>
          <p:cNvSpPr txBox="1"/>
          <p:nvPr/>
        </p:nvSpPr>
        <p:spPr>
          <a:xfrm>
            <a:off x="5853466" y="3511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6,300</a:t>
            </a:r>
            <a:endParaRPr lang="en-US" sz="1000" dirty="0"/>
          </a:p>
        </p:txBody>
      </p:sp>
      <p:sp>
        <p:nvSpPr>
          <p:cNvPr id="86" name="legend_title_85"/>
          <p:cNvSpPr txBox="1"/>
          <p:nvPr/>
        </p:nvSpPr>
        <p:spPr>
          <a:xfrm>
            <a:off x="722376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범례</a:t>
            </a:r>
            <a:endParaRPr lang="en-US" sz="1300" dirty="0"/>
          </a:p>
        </p:txBody>
      </p:sp>
      <p:sp>
        <p:nvSpPr>
          <p:cNvPr id="87" name="legend_swatch_86"/>
          <p:cNvSpPr/>
          <p:nvPr/>
        </p:nvSpPr>
        <p:spPr>
          <a:xfrm>
            <a:off x="7223760" y="1600200"/>
            <a:ext cx="256032" cy="14630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88" name="legend_label_87"/>
          <p:cNvSpPr txBox="1"/>
          <p:nvPr/>
        </p:nvSpPr>
        <p:spPr>
          <a:xfrm>
            <a:off x="7589520" y="15727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P1 타깃 구역 (벽 W 2,250)</a:t>
            </a:r>
            <a:endParaRPr lang="en-US" sz="1050" dirty="0"/>
          </a:p>
        </p:txBody>
      </p:sp>
      <p:sp>
        <p:nvSpPr>
          <p:cNvPr id="89" name="legend_swatch_88"/>
          <p:cNvSpPr/>
          <p:nvPr/>
        </p:nvSpPr>
        <p:spPr>
          <a:xfrm>
            <a:off x="7223760" y="1874520"/>
            <a:ext cx="256032" cy="146304"/>
          </a:xfrm>
          <a:prstGeom prst="rect">
            <a:avLst/>
          </a:prstGeom>
          <a:solidFill>
            <a:srgbClr val="2F7BEA"/>
          </a:solidFill>
          <a:ln/>
        </p:spPr>
      </p:sp>
      <p:sp>
        <p:nvSpPr>
          <p:cNvPr id="90" name="legend_label_89"/>
          <p:cNvSpPr txBox="1"/>
          <p:nvPr/>
        </p:nvSpPr>
        <p:spPr>
          <a:xfrm>
            <a:off x="7589520" y="18470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P2 타깃 구역 (벽 W 2,250)</a:t>
            </a:r>
            <a:endParaRPr lang="en-US" sz="1050" dirty="0"/>
          </a:p>
        </p:txBody>
      </p:sp>
      <p:sp>
        <p:nvSpPr>
          <p:cNvPr id="91" name="legend_swatch_90"/>
          <p:cNvSpPr/>
          <p:nvPr/>
        </p:nvSpPr>
        <p:spPr>
          <a:xfrm>
            <a:off x="7223760" y="2148840"/>
            <a:ext cx="256032" cy="146304"/>
          </a:xfrm>
          <a:prstGeom prst="roundRect">
            <a:avLst>
              <a:gd name="adj" fmla="val 31250"/>
            </a:avLst>
          </a:prstGeom>
          <a:solidFill>
            <a:srgbClr val="353A40"/>
          </a:solidFill>
          <a:ln/>
        </p:spPr>
      </p:sp>
      <p:sp>
        <p:nvSpPr>
          <p:cNvPr id="92" name="legend_label_91"/>
          <p:cNvSpPr txBox="1"/>
          <p:nvPr/>
        </p:nvSpPr>
        <p:spPr>
          <a:xfrm>
            <a:off x="7589520" y="21214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스테핑 박스 (일반 박스, 600 × 500 예시)</a:t>
            </a:r>
            <a:endParaRPr lang="en-US" sz="1050" dirty="0"/>
          </a:p>
        </p:txBody>
      </p:sp>
      <p:sp>
        <p:nvSpPr>
          <p:cNvPr id="93" name="legend_swatch_92"/>
          <p:cNvSpPr/>
          <p:nvPr/>
        </p:nvSpPr>
        <p:spPr>
          <a:xfrm>
            <a:off x="7223760" y="2423160"/>
            <a:ext cx="256032" cy="146304"/>
          </a:xfrm>
          <a:prstGeom prst="roundRect">
            <a:avLst>
              <a:gd name="adj" fmla="val 31250"/>
            </a:avLst>
          </a:prstGeom>
          <a:solidFill>
            <a:srgbClr val="353A40"/>
          </a:solidFill>
          <a:ln w="9525">
            <a:solidFill>
              <a:srgbClr val="FF8000"/>
            </a:solidFill>
            <a:prstDash val="solid"/>
          </a:ln>
        </p:spPr>
      </p:sp>
      <p:sp>
        <p:nvSpPr>
          <p:cNvPr id="94" name="legend_label_93"/>
          <p:cNvSpPr txBox="1"/>
          <p:nvPr/>
        </p:nvSpPr>
        <p:spPr>
          <a:xfrm>
            <a:off x="7589520" y="2395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옆 박스 (추가)</a:t>
            </a:r>
            <a:endParaRPr lang="en-US" sz="1050" dirty="0"/>
          </a:p>
        </p:txBody>
      </p:sp>
      <p:sp>
        <p:nvSpPr>
          <p:cNvPr id="95" name="legend_swatch_94"/>
          <p:cNvSpPr/>
          <p:nvPr/>
        </p:nvSpPr>
        <p:spPr>
          <a:xfrm>
            <a:off x="7223760" y="2770632"/>
            <a:ext cx="256032" cy="0"/>
          </a:xfrm>
          <a:prstGeom prst="line">
            <a:avLst/>
          </a:prstGeom>
          <a:noFill/>
          <a:ln w="25400">
            <a:solidFill>
              <a:srgbClr val="0065B2"/>
            </a:solidFill>
            <a:prstDash val="solid"/>
          </a:ln>
        </p:spPr>
      </p:sp>
      <p:sp>
        <p:nvSpPr>
          <p:cNvPr id="96" name="legend_label_95"/>
          <p:cNvSpPr txBox="1"/>
          <p:nvPr/>
        </p:nvSpPr>
        <p:spPr>
          <a:xfrm>
            <a:off x="7589520" y="2670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(구름사다리)</a:t>
            </a:r>
            <a:endParaRPr lang="en-US" sz="1050" dirty="0"/>
          </a:p>
        </p:txBody>
      </p:sp>
      <p:sp>
        <p:nvSpPr>
          <p:cNvPr id="97" name="legend_swatch_96"/>
          <p:cNvSpPr/>
          <p:nvPr/>
        </p:nvSpPr>
        <p:spPr>
          <a:xfrm>
            <a:off x="7223760" y="2971800"/>
            <a:ext cx="256032" cy="146304"/>
          </a:xfrm>
          <a:prstGeom prst="rect">
            <a:avLst/>
          </a:prstGeom>
          <a:solidFill>
            <a:srgbClr val="0065B2">
              <a:alpha val="12000"/>
            </a:srgbClr>
          </a:solidFill>
          <a:ln w="9525">
            <a:solidFill>
              <a:srgbClr val="0065B2"/>
            </a:solidFill>
            <a:prstDash val="dash"/>
          </a:ln>
        </p:spPr>
      </p:sp>
      <p:sp>
        <p:nvSpPr>
          <p:cNvPr id="98" name="legend_label_97"/>
          <p:cNvSpPr txBox="1"/>
          <p:nvPr/>
        </p:nvSpPr>
        <p:spPr>
          <a:xfrm>
            <a:off x="7589520" y="2944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낙하 구역 (박스 금지)</a:t>
            </a:r>
            <a:endParaRPr lang="en-US" sz="1050" dirty="0"/>
          </a:p>
        </p:txBody>
      </p:sp>
      <p:sp>
        <p:nvSpPr>
          <p:cNvPr id="99" name="legend_swatch_98"/>
          <p:cNvSpPr/>
          <p:nvPr/>
        </p:nvSpPr>
        <p:spPr>
          <a:xfrm>
            <a:off x="7223760" y="3246120"/>
            <a:ext cx="256032" cy="146304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100" name="legend_label_99"/>
          <p:cNvSpPr txBox="1"/>
          <p:nvPr/>
        </p:nvSpPr>
        <p:spPr>
          <a:xfrm>
            <a:off x="7589520" y="32186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프로젝터 (UST ×2 · 바닥 PJ ×2)</a:t>
            </a:r>
            <a:endParaRPr lang="en-US" sz="1050" dirty="0"/>
          </a:p>
        </p:txBody>
      </p:sp>
      <p:sp>
        <p:nvSpPr>
          <p:cNvPr id="101" name="legend_swatch_100"/>
          <p:cNvSpPr/>
          <p:nvPr/>
        </p:nvSpPr>
        <p:spPr>
          <a:xfrm>
            <a:off x="7223760" y="3520440"/>
            <a:ext cx="256032" cy="146304"/>
          </a:xfrm>
          <a:prstGeom prst="rect">
            <a:avLst/>
          </a:prstGeom>
          <a:solidFill>
            <a:srgbClr val="FF8000">
              <a:alpha val="12000"/>
            </a:srgbClr>
          </a:solidFill>
          <a:ln/>
        </p:spPr>
      </p:sp>
      <p:sp>
        <p:nvSpPr>
          <p:cNvPr id="102" name="legend_label_101"/>
          <p:cNvSpPr txBox="1"/>
          <p:nvPr/>
        </p:nvSpPr>
        <p:spPr>
          <a:xfrm>
            <a:off x="7589520" y="34930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투사 구역 ① · ②</a:t>
            </a:r>
            <a:endParaRPr lang="en-US" sz="1050" dirty="0"/>
          </a:p>
        </p:txBody>
      </p:sp>
      <p:sp>
        <p:nvSpPr>
          <p:cNvPr id="103" name="legend_swatch_102"/>
          <p:cNvSpPr/>
          <p:nvPr/>
        </p:nvSpPr>
        <p:spPr>
          <a:xfrm>
            <a:off x="7287768" y="3803904"/>
            <a:ext cx="128016" cy="128016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104" name="legend_label_103"/>
          <p:cNvSpPr txBox="1"/>
          <p:nvPr/>
        </p:nvSpPr>
        <p:spPr>
          <a:xfrm>
            <a:off x="7589520" y="37673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 ×2</a:t>
            </a:r>
            <a:endParaRPr lang="en-US" sz="1050" dirty="0"/>
          </a:p>
        </p:txBody>
      </p:sp>
      <p:sp>
        <p:nvSpPr>
          <p:cNvPr id="105" name="legend_swatch_104"/>
          <p:cNvSpPr/>
          <p:nvPr/>
        </p:nvSpPr>
        <p:spPr>
          <a:xfrm>
            <a:off x="7223760" y="4142232"/>
            <a:ext cx="256032" cy="0"/>
          </a:xfrm>
          <a:prstGeom prst="line">
            <a:avLst/>
          </a:prstGeom>
          <a:noFill/>
          <a:ln w="19050">
            <a:solidFill>
              <a:srgbClr val="00A7B5"/>
            </a:solidFill>
            <a:prstDash val="dash"/>
          </a:ln>
        </p:spPr>
      </p:sp>
      <p:sp>
        <p:nvSpPr>
          <p:cNvPr id="106" name="legend_label_105"/>
          <p:cNvSpPr txBox="1"/>
          <p:nvPr/>
        </p:nvSpPr>
        <p:spPr>
          <a:xfrm>
            <a:off x="7589520" y="4041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 스캔면 (벽 앞 20–40 mm)</a:t>
            </a:r>
            <a:endParaRPr lang="en-US" sz="1050" dirty="0"/>
          </a:p>
        </p:txBody>
      </p:sp>
      <p:sp>
        <p:nvSpPr>
          <p:cNvPr id="107" name="legend_swatch_106"/>
          <p:cNvSpPr/>
          <p:nvPr/>
        </p:nvSpPr>
        <p:spPr>
          <a:xfrm>
            <a:off x="7287768" y="4352544"/>
            <a:ext cx="128016" cy="128016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108" name="legend_label_107"/>
          <p:cNvSpPr txBox="1"/>
          <p:nvPr/>
        </p:nvSpPr>
        <p:spPr>
          <a:xfrm>
            <a:off x="7589520" y="43159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천장 센서 (4대 예시)</a:t>
            </a:r>
            <a:endParaRPr lang="en-US" sz="1050" dirty="0"/>
          </a:p>
        </p:txBody>
      </p:sp>
      <p:sp>
        <p:nvSpPr>
          <p:cNvPr id="109" name="notes_title_108"/>
          <p:cNvSpPr txBox="1"/>
          <p:nvPr/>
        </p:nvSpPr>
        <p:spPr>
          <a:xfrm>
            <a:off x="72237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가정 · 메모</a:t>
            </a:r>
            <a:endParaRPr lang="en-US" sz="1300" dirty="0"/>
          </a:p>
        </p:txBody>
      </p:sp>
      <p:sp>
        <p:nvSpPr>
          <p:cNvPr id="110" name="notes_109"/>
          <p:cNvSpPr txBox="1"/>
          <p:nvPr/>
        </p:nvSpPr>
        <p:spPr>
          <a:xfrm>
            <a:off x="7223760" y="50749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철봉: 타깃 벽에서 2,000–5,000 mm 구간(길이 3,000), 낙하 구역은 벽에서 약 900 mm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양 끝 박스: 첫 손잡이 바로 아래가 아닌 약 200 mm 떨어진 위치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박스·철봉은 전원·센서 없음. 인식은 모두 센서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천장고 미확인. 천장 센서 개수·위치는 센서 사양으로 확정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10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CROSS · 단면 (깊이 방향)</a:t>
            </a:r>
            <a:endParaRPr lang="en-US" sz="2400" dirty="0"/>
          </a:p>
        </p:txBody>
      </p:sp>
      <p:sp>
        <p:nvSpPr>
          <p:cNvPr id="3" name="subtitle_111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출발(왼쪽) → 타깃 벽(오른쪽) · D 6,300 mm · 천장고 3,500 mm 가정 · 개략도</a:t>
            </a:r>
            <a:endParaRPr lang="en-US" sz="1100" dirty="0"/>
          </a:p>
        </p:txBody>
      </p:sp>
      <p:sp>
        <p:nvSpPr>
          <p:cNvPr id="4" name="beam_floor_PJ2_112"/>
          <p:cNvSpPr/>
          <p:nvPr/>
        </p:nvSpPr>
        <p:spPr>
          <a:xfrm>
            <a:off x="914400" y="1531257"/>
            <a:ext cx="3749040" cy="4046583"/>
          </a:xfrm>
          <a:custGeom>
            <a:avLst/>
            <a:gdLst/>
            <a:ahLst/>
            <a:cxnLst/>
            <a:rect l="l" t="t" r="r" b="b"/>
            <a:pathLst>
              <a:path w="3749040" h="4046583">
                <a:moveTo>
                  <a:pt x="1874520" y="0"/>
                </a:moveTo>
                <a:lnTo>
                  <a:pt x="0" y="4046583"/>
                </a:lnTo>
                <a:lnTo>
                  <a:pt x="3749040" y="4046583"/>
                </a:lnTo>
                <a:close/>
              </a:path>
            </a:pathLst>
          </a:custGeom>
          <a:solidFill>
            <a:srgbClr val="FF8000">
              <a:alpha val="12000"/>
            </a:srgbClr>
          </a:solidFill>
          <a:ln w="6350">
            <a:solidFill>
              <a:srgbClr val="FF8000">
                <a:alpha val="60000"/>
              </a:srgbClr>
            </a:solidFill>
            <a:prstDash val="solid"/>
          </a:ln>
        </p:spPr>
      </p:sp>
      <p:sp>
        <p:nvSpPr>
          <p:cNvPr id="5" name="beam_floor_PJ1_113"/>
          <p:cNvSpPr/>
          <p:nvPr/>
        </p:nvSpPr>
        <p:spPr>
          <a:xfrm>
            <a:off x="4663440" y="1531257"/>
            <a:ext cx="3749040" cy="4046583"/>
          </a:xfrm>
          <a:custGeom>
            <a:avLst/>
            <a:gdLst/>
            <a:ahLst/>
            <a:cxnLst/>
            <a:rect l="l" t="t" r="r" b="b"/>
            <a:pathLst>
              <a:path w="3749040" h="4046583">
                <a:moveTo>
                  <a:pt x="1874520" y="0"/>
                </a:moveTo>
                <a:lnTo>
                  <a:pt x="0" y="4046583"/>
                </a:lnTo>
                <a:lnTo>
                  <a:pt x="3749040" y="4046583"/>
                </a:lnTo>
                <a:close/>
              </a:path>
            </a:pathLst>
          </a:custGeom>
          <a:solidFill>
            <a:srgbClr val="FF8000">
              <a:alpha val="12000"/>
            </a:srgbClr>
          </a:solidFill>
          <a:ln w="6350">
            <a:solidFill>
              <a:srgbClr val="FF8000">
                <a:alpha val="60000"/>
              </a:srgbClr>
            </a:solidFill>
            <a:prstDash val="solid"/>
          </a:ln>
        </p:spPr>
      </p:sp>
      <p:sp>
        <p:nvSpPr>
          <p:cNvPr id="6" name="beam_UST_114"/>
          <p:cNvSpPr/>
          <p:nvPr/>
        </p:nvSpPr>
        <p:spPr>
          <a:xfrm>
            <a:off x="7722181" y="1614569"/>
            <a:ext cx="690299" cy="3249168"/>
          </a:xfrm>
          <a:custGeom>
            <a:avLst/>
            <a:gdLst/>
            <a:ahLst/>
            <a:cxnLst/>
            <a:rect l="l" t="t" r="r" b="b"/>
            <a:pathLst>
              <a:path w="690299" h="3249168">
                <a:moveTo>
                  <a:pt x="0" y="0"/>
                </a:moveTo>
                <a:lnTo>
                  <a:pt x="690299" y="1701945"/>
                </a:lnTo>
                <a:lnTo>
                  <a:pt x="690299" y="3249168"/>
                </a:lnTo>
                <a:close/>
              </a:path>
            </a:pathLst>
          </a:custGeom>
          <a:solidFill>
            <a:srgbClr val="FF8000">
              <a:alpha val="20000"/>
            </a:srgbClr>
          </a:solidFill>
          <a:ln w="6350">
            <a:solidFill>
              <a:srgbClr val="FF8000">
                <a:alpha val="60000"/>
              </a:srgbClr>
            </a:solidFill>
            <a:prstDash val="solid"/>
          </a:ln>
        </p:spPr>
      </p:sp>
      <p:sp>
        <p:nvSpPr>
          <p:cNvPr id="7" name="floor_115"/>
          <p:cNvSpPr/>
          <p:nvPr/>
        </p:nvSpPr>
        <p:spPr>
          <a:xfrm>
            <a:off x="914400" y="5577840"/>
            <a:ext cx="7498080" cy="0"/>
          </a:xfrm>
          <a:prstGeom prst="line">
            <a:avLst/>
          </a:prstGeom>
          <a:noFill/>
          <a:ln w="31750">
            <a:solidFill>
              <a:srgbClr val="111418"/>
            </a:solidFill>
            <a:prstDash val="solid"/>
          </a:ln>
        </p:spPr>
      </p:sp>
      <p:sp>
        <p:nvSpPr>
          <p:cNvPr id="8" name="ceiling_116"/>
          <p:cNvSpPr/>
          <p:nvPr/>
        </p:nvSpPr>
        <p:spPr>
          <a:xfrm>
            <a:off x="914400" y="1412240"/>
            <a:ext cx="7498080" cy="0"/>
          </a:xfrm>
          <a:prstGeom prst="line">
            <a:avLst/>
          </a:prstGeom>
          <a:noFill/>
          <a:ln w="12700">
            <a:solidFill>
              <a:srgbClr val="7A828C"/>
            </a:solidFill>
            <a:prstDash val="dash"/>
          </a:ln>
        </p:spPr>
      </p:sp>
      <p:sp>
        <p:nvSpPr>
          <p:cNvPr id="9" name="wall_target_117"/>
          <p:cNvSpPr/>
          <p:nvPr/>
        </p:nvSpPr>
        <p:spPr>
          <a:xfrm>
            <a:off x="8412480" y="1412240"/>
            <a:ext cx="0" cy="416560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10" name="label_ceiling_118"/>
          <p:cNvSpPr txBox="1"/>
          <p:nvPr/>
        </p:nvSpPr>
        <p:spPr>
          <a:xfrm>
            <a:off x="914400" y="1156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천장 (가정 3,500)</a:t>
            </a:r>
            <a:endParaRPr lang="en-US" sz="1000" dirty="0"/>
          </a:p>
        </p:txBody>
      </p:sp>
      <p:sp>
        <p:nvSpPr>
          <p:cNvPr id="11" name="label_start_119"/>
          <p:cNvSpPr txBox="1"/>
          <p:nvPr/>
        </p:nvSpPr>
        <p:spPr>
          <a:xfrm>
            <a:off x="640080" y="56509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출발</a:t>
            </a:r>
            <a:endParaRPr lang="en-US" sz="900" dirty="0"/>
          </a:p>
        </p:txBody>
      </p:sp>
      <p:sp>
        <p:nvSpPr>
          <p:cNvPr id="12" name="target_projection_area_120"/>
          <p:cNvSpPr/>
          <p:nvPr/>
        </p:nvSpPr>
        <p:spPr>
          <a:xfrm>
            <a:off x="8357616" y="3316514"/>
            <a:ext cx="54864" cy="1547223"/>
          </a:xfrm>
          <a:prstGeom prst="rect">
            <a:avLst/>
          </a:prstGeom>
          <a:solidFill>
            <a:srgbClr val="2F7BEA"/>
          </a:solidFill>
          <a:ln/>
        </p:spPr>
      </p:sp>
      <p:sp>
        <p:nvSpPr>
          <p:cNvPr id="13" name="score_LED_121"/>
          <p:cNvSpPr/>
          <p:nvPr/>
        </p:nvSpPr>
        <p:spPr>
          <a:xfrm>
            <a:off x="8339328" y="2923758"/>
            <a:ext cx="73152" cy="273739"/>
          </a:xfrm>
          <a:prstGeom prst="rect">
            <a:avLst/>
          </a:prstGeom>
          <a:solidFill>
            <a:srgbClr val="0065B2"/>
          </a:solidFill>
          <a:ln/>
        </p:spPr>
      </p:sp>
      <p:sp>
        <p:nvSpPr>
          <p:cNvPr id="14" name="UST_projector_122"/>
          <p:cNvSpPr/>
          <p:nvPr/>
        </p:nvSpPr>
        <p:spPr>
          <a:xfrm>
            <a:off x="7555557" y="1614569"/>
            <a:ext cx="511774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15" name="floor_projector_123"/>
          <p:cNvSpPr/>
          <p:nvPr/>
        </p:nvSpPr>
        <p:spPr>
          <a:xfrm>
            <a:off x="2624328" y="1436043"/>
            <a:ext cx="329184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16" name="label_floor_projector_124"/>
          <p:cNvSpPr txBox="1"/>
          <p:nvPr/>
        </p:nvSpPr>
        <p:spPr>
          <a:xfrm>
            <a:off x="2240280" y="158234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PJ ②</a:t>
            </a:r>
            <a:endParaRPr lang="en-US" sz="900" dirty="0"/>
          </a:p>
        </p:txBody>
      </p:sp>
      <p:sp>
        <p:nvSpPr>
          <p:cNvPr id="17" name="floor_projector_125"/>
          <p:cNvSpPr/>
          <p:nvPr/>
        </p:nvSpPr>
        <p:spPr>
          <a:xfrm>
            <a:off x="6373368" y="1436043"/>
            <a:ext cx="329184" cy="109728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/>
        </p:spPr>
      </p:sp>
      <p:sp>
        <p:nvSpPr>
          <p:cNvPr id="18" name="label_floor_projector_126"/>
          <p:cNvSpPr txBox="1"/>
          <p:nvPr/>
        </p:nvSpPr>
        <p:spPr>
          <a:xfrm>
            <a:off x="5989320" y="158234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PJ ①</a:t>
            </a:r>
            <a:endParaRPr lang="en-US" sz="900" dirty="0"/>
          </a:p>
        </p:txBody>
      </p:sp>
      <p:sp>
        <p:nvSpPr>
          <p:cNvPr id="19" name="ceiling_sensor_127"/>
          <p:cNvSpPr/>
          <p:nvPr/>
        </p:nvSpPr>
        <p:spPr>
          <a:xfrm>
            <a:off x="4227721" y="1404983"/>
            <a:ext cx="109728" cy="109728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20" name="ceiling_sensor_128"/>
          <p:cNvSpPr/>
          <p:nvPr/>
        </p:nvSpPr>
        <p:spPr>
          <a:xfrm>
            <a:off x="5322679" y="1404983"/>
            <a:ext cx="109728" cy="109728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21" name="label_ceiling_sensor_129"/>
          <p:cNvSpPr txBox="1"/>
          <p:nvPr/>
        </p:nvSpPr>
        <p:spPr>
          <a:xfrm>
            <a:off x="4281424" y="156957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13B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천장 센서</a:t>
            </a:r>
            <a:endParaRPr lang="en-US" sz="900" dirty="0"/>
          </a:p>
        </p:txBody>
      </p:sp>
      <p:sp>
        <p:nvSpPr>
          <p:cNvPr id="22" name="wall_sensor_130"/>
          <p:cNvSpPr/>
          <p:nvPr/>
        </p:nvSpPr>
        <p:spPr>
          <a:xfrm>
            <a:off x="8243171" y="2671137"/>
            <a:ext cx="100584" cy="100584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23" name="wall_sensor_scan_131"/>
          <p:cNvSpPr/>
          <p:nvPr/>
        </p:nvSpPr>
        <p:spPr>
          <a:xfrm>
            <a:off x="8293463" y="2721429"/>
            <a:ext cx="0" cy="2820706"/>
          </a:xfrm>
          <a:prstGeom prst="line">
            <a:avLst/>
          </a:prstGeom>
          <a:noFill/>
          <a:ln w="15875">
            <a:solidFill>
              <a:srgbClr val="00A7B5"/>
            </a:solidFill>
            <a:prstDash val="dash"/>
          </a:ln>
        </p:spPr>
      </p:sp>
      <p:sp>
        <p:nvSpPr>
          <p:cNvPr id="24" name="monkey_bar_132"/>
          <p:cNvSpPr/>
          <p:nvPr/>
        </p:nvSpPr>
        <p:spPr>
          <a:xfrm>
            <a:off x="2461623" y="3078480"/>
            <a:ext cx="3570514" cy="0"/>
          </a:xfrm>
          <a:prstGeom prst="line">
            <a:avLst/>
          </a:prstGeom>
          <a:noFill/>
          <a:ln w="38100">
            <a:solidFill>
              <a:srgbClr val="0065B2"/>
            </a:solidFill>
            <a:prstDash val="solid"/>
          </a:ln>
        </p:spPr>
      </p:sp>
      <p:sp>
        <p:nvSpPr>
          <p:cNvPr id="25" name="monkey_bar_rung_133"/>
          <p:cNvSpPr/>
          <p:nvPr/>
        </p:nvSpPr>
        <p:spPr>
          <a:xfrm>
            <a:off x="2461623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6" name="monkey_bar_rung_134"/>
          <p:cNvSpPr/>
          <p:nvPr/>
        </p:nvSpPr>
        <p:spPr>
          <a:xfrm>
            <a:off x="2907937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7" name="monkey_bar_rung_135"/>
          <p:cNvSpPr/>
          <p:nvPr/>
        </p:nvSpPr>
        <p:spPr>
          <a:xfrm>
            <a:off x="3354251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8" name="monkey_bar_rung_136"/>
          <p:cNvSpPr/>
          <p:nvPr/>
        </p:nvSpPr>
        <p:spPr>
          <a:xfrm>
            <a:off x="3800566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29" name="monkey_bar_rung_137"/>
          <p:cNvSpPr/>
          <p:nvPr/>
        </p:nvSpPr>
        <p:spPr>
          <a:xfrm>
            <a:off x="4246880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30" name="monkey_bar_rung_138"/>
          <p:cNvSpPr/>
          <p:nvPr/>
        </p:nvSpPr>
        <p:spPr>
          <a:xfrm>
            <a:off x="4693194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31" name="monkey_bar_rung_139"/>
          <p:cNvSpPr/>
          <p:nvPr/>
        </p:nvSpPr>
        <p:spPr>
          <a:xfrm>
            <a:off x="5139509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32" name="monkey_bar_rung_140"/>
          <p:cNvSpPr/>
          <p:nvPr/>
        </p:nvSpPr>
        <p:spPr>
          <a:xfrm>
            <a:off x="5585823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33" name="monkey_bar_rung_141"/>
          <p:cNvSpPr/>
          <p:nvPr/>
        </p:nvSpPr>
        <p:spPr>
          <a:xfrm>
            <a:off x="6032137" y="3014472"/>
            <a:ext cx="0" cy="128016"/>
          </a:xfrm>
          <a:prstGeom prst="line">
            <a:avLst/>
          </a:prstGeom>
          <a:noFill/>
          <a:ln w="19050">
            <a:solidFill>
              <a:srgbClr val="0065B2"/>
            </a:solidFill>
            <a:prstDash val="solid"/>
          </a:ln>
        </p:spPr>
      </p:sp>
      <p:sp>
        <p:nvSpPr>
          <p:cNvPr id="34" name="label_monkey_bar_142"/>
          <p:cNvSpPr txBox="1"/>
          <p:nvPr/>
        </p:nvSpPr>
        <p:spPr>
          <a:xfrm>
            <a:off x="2418080" y="2749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5B2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 (옆벽) · 손잡이 높이 ≤ 2,134 (학령기 기준)</a:t>
            </a:r>
            <a:endParaRPr lang="en-US" sz="1000" dirty="0"/>
          </a:p>
        </p:txBody>
      </p:sp>
      <p:sp>
        <p:nvSpPr>
          <p:cNvPr id="35" name="kid_arm_143"/>
          <p:cNvSpPr/>
          <p:nvPr/>
        </p:nvSpPr>
        <p:spPr>
          <a:xfrm>
            <a:off x="4353995" y="3078480"/>
            <a:ext cx="47607" cy="380855"/>
          </a:xfrm>
          <a:prstGeom prst="line">
            <a:avLst/>
          </a:prstGeom>
          <a:noFill/>
          <a:ln w="38100">
            <a:solidFill>
              <a:srgbClr val="7A828C"/>
            </a:solidFill>
            <a:prstDash val="solid"/>
          </a:ln>
        </p:spPr>
      </p:sp>
      <p:sp>
        <p:nvSpPr>
          <p:cNvPr id="36" name="kid_arm_144"/>
          <p:cNvSpPr/>
          <p:nvPr/>
        </p:nvSpPr>
        <p:spPr>
          <a:xfrm flipH="1">
            <a:off x="4449209" y="3078480"/>
            <a:ext cx="47607" cy="380855"/>
          </a:xfrm>
          <a:prstGeom prst="line">
            <a:avLst/>
          </a:prstGeom>
          <a:noFill/>
          <a:ln w="38100">
            <a:solidFill>
              <a:srgbClr val="7A828C"/>
            </a:solidFill>
            <a:prstDash val="solid"/>
          </a:ln>
        </p:spPr>
      </p:sp>
      <p:sp>
        <p:nvSpPr>
          <p:cNvPr id="37" name="kid_head_145"/>
          <p:cNvSpPr/>
          <p:nvPr/>
        </p:nvSpPr>
        <p:spPr>
          <a:xfrm>
            <a:off x="4306389" y="3435531"/>
            <a:ext cx="238034" cy="238034"/>
          </a:xfrm>
          <a:prstGeom prst="ellipse">
            <a:avLst/>
          </a:prstGeom>
          <a:solidFill>
            <a:srgbClr val="7A828C"/>
          </a:solidFill>
          <a:ln/>
        </p:spPr>
      </p:sp>
      <p:sp>
        <p:nvSpPr>
          <p:cNvPr id="38" name="kid_body_146"/>
          <p:cNvSpPr/>
          <p:nvPr/>
        </p:nvSpPr>
        <p:spPr>
          <a:xfrm>
            <a:off x="4312339" y="3685467"/>
            <a:ext cx="226133" cy="618889"/>
          </a:xfrm>
          <a:prstGeom prst="roundRect">
            <a:avLst>
              <a:gd name="adj" fmla="val 16175"/>
            </a:avLst>
          </a:prstGeom>
          <a:solidFill>
            <a:srgbClr val="7A828C"/>
          </a:solidFill>
          <a:ln/>
        </p:spPr>
      </p:sp>
      <p:sp>
        <p:nvSpPr>
          <p:cNvPr id="39" name="kid_leg_147"/>
          <p:cNvSpPr/>
          <p:nvPr/>
        </p:nvSpPr>
        <p:spPr>
          <a:xfrm flipH="1">
            <a:off x="4294487" y="4304357"/>
            <a:ext cx="77361" cy="511774"/>
          </a:xfrm>
          <a:prstGeom prst="line">
            <a:avLst/>
          </a:prstGeom>
          <a:noFill/>
          <a:ln w="38100">
            <a:solidFill>
              <a:srgbClr val="7A828C"/>
            </a:solidFill>
            <a:prstDash val="solid"/>
          </a:ln>
        </p:spPr>
      </p:sp>
      <p:sp>
        <p:nvSpPr>
          <p:cNvPr id="40" name="kid_leg_148"/>
          <p:cNvSpPr/>
          <p:nvPr/>
        </p:nvSpPr>
        <p:spPr>
          <a:xfrm>
            <a:off x="4478963" y="4304357"/>
            <a:ext cx="89263" cy="487970"/>
          </a:xfrm>
          <a:prstGeom prst="line">
            <a:avLst/>
          </a:prstGeom>
          <a:noFill/>
          <a:ln w="38100">
            <a:solidFill>
              <a:srgbClr val="7A828C"/>
            </a:solidFill>
            <a:prstDash val="solid"/>
          </a:ln>
        </p:spPr>
      </p:sp>
      <p:sp>
        <p:nvSpPr>
          <p:cNvPr id="41" name="box_bar_start_149"/>
          <p:cNvSpPr/>
          <p:nvPr/>
        </p:nvSpPr>
        <p:spPr>
          <a:xfrm>
            <a:off x="1747520" y="5220789"/>
            <a:ext cx="595086" cy="357051"/>
          </a:xfrm>
          <a:prstGeom prst="roundRect">
            <a:avLst>
              <a:gd name="adj" fmla="val 7683"/>
            </a:avLst>
          </a:prstGeom>
          <a:solidFill>
            <a:srgbClr val="353A40"/>
          </a:solidFill>
          <a:ln/>
        </p:spPr>
      </p:sp>
      <p:sp>
        <p:nvSpPr>
          <p:cNvPr id="42" name="box_bar_end_150"/>
          <p:cNvSpPr/>
          <p:nvPr/>
        </p:nvSpPr>
        <p:spPr>
          <a:xfrm>
            <a:off x="6151154" y="5220789"/>
            <a:ext cx="595086" cy="357051"/>
          </a:xfrm>
          <a:prstGeom prst="roundRect">
            <a:avLst>
              <a:gd name="adj" fmla="val 7683"/>
            </a:avLst>
          </a:prstGeom>
          <a:solidFill>
            <a:srgbClr val="353A40"/>
          </a:solidFill>
          <a:ln/>
        </p:spPr>
      </p:sp>
      <p:sp>
        <p:nvSpPr>
          <p:cNvPr id="43" name="box_beside_bar_151"/>
          <p:cNvSpPr/>
          <p:nvPr/>
        </p:nvSpPr>
        <p:spPr>
          <a:xfrm>
            <a:off x="3175726" y="5220789"/>
            <a:ext cx="595086" cy="357051"/>
          </a:xfrm>
          <a:prstGeom prst="roundRect">
            <a:avLst>
              <a:gd name="adj" fmla="val 7683"/>
            </a:avLst>
          </a:prstGeom>
          <a:solidFill>
            <a:srgbClr val="353A40"/>
          </a:solidFill>
          <a:ln w="19050">
            <a:solidFill>
              <a:srgbClr val="FF8000"/>
            </a:solidFill>
            <a:prstDash val="solid"/>
          </a:ln>
        </p:spPr>
      </p:sp>
      <p:sp>
        <p:nvSpPr>
          <p:cNvPr id="44" name="box_beside_bar_152"/>
          <p:cNvSpPr/>
          <p:nvPr/>
        </p:nvSpPr>
        <p:spPr>
          <a:xfrm>
            <a:off x="5199017" y="5220789"/>
            <a:ext cx="595086" cy="357051"/>
          </a:xfrm>
          <a:prstGeom prst="roundRect">
            <a:avLst>
              <a:gd name="adj" fmla="val 7683"/>
            </a:avLst>
          </a:prstGeom>
          <a:solidFill>
            <a:srgbClr val="353A40"/>
          </a:solidFill>
          <a:ln w="19050">
            <a:solidFill>
              <a:srgbClr val="FF8000"/>
            </a:solidFill>
            <a:prstDash val="solid"/>
          </a:ln>
        </p:spPr>
      </p:sp>
      <p:sp>
        <p:nvSpPr>
          <p:cNvPr id="45" name="box_center_153"/>
          <p:cNvSpPr/>
          <p:nvPr/>
        </p:nvSpPr>
        <p:spPr>
          <a:xfrm>
            <a:off x="7261584" y="5220789"/>
            <a:ext cx="595086" cy="357051"/>
          </a:xfrm>
          <a:prstGeom prst="roundRect">
            <a:avLst>
              <a:gd name="adj" fmla="val 7683"/>
            </a:avLst>
          </a:prstGeom>
          <a:solidFill>
            <a:srgbClr val="353A40"/>
          </a:solidFill>
          <a:ln/>
        </p:spPr>
      </p:sp>
      <p:sp>
        <p:nvSpPr>
          <p:cNvPr id="46" name="label_box_154"/>
          <p:cNvSpPr txBox="1"/>
          <p:nvPr/>
        </p:nvSpPr>
        <p:spPr>
          <a:xfrm>
            <a:off x="1587863" y="498304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출발 발판</a:t>
            </a:r>
            <a:endParaRPr lang="en-US" sz="900" dirty="0"/>
          </a:p>
        </p:txBody>
      </p:sp>
      <p:sp>
        <p:nvSpPr>
          <p:cNvPr id="47" name="label_box_155"/>
          <p:cNvSpPr txBox="1"/>
          <p:nvPr/>
        </p:nvSpPr>
        <p:spPr>
          <a:xfrm>
            <a:off x="5991497" y="498304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도착 발판</a:t>
            </a:r>
            <a:endParaRPr lang="en-US" sz="900" dirty="0"/>
          </a:p>
        </p:txBody>
      </p:sp>
      <p:sp>
        <p:nvSpPr>
          <p:cNvPr id="48" name="label_UST_156"/>
          <p:cNvSpPr txBox="1"/>
          <p:nvPr/>
        </p:nvSpPr>
        <p:spPr>
          <a:xfrm>
            <a:off x="8595360" y="143168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UST 레이저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벽에서 0.61–0.83 m</a:t>
            </a:r>
            <a:endParaRPr lang="en-US" sz="1000" dirty="0"/>
          </a:p>
        </p:txBody>
      </p:sp>
      <p:sp>
        <p:nvSpPr>
          <p:cNvPr id="49" name="label_score_LED_157"/>
          <p:cNvSpPr txBox="1"/>
          <p:nvPr/>
        </p:nvSpPr>
        <p:spPr>
          <a:xfrm>
            <a:off x="8595360" y="2960043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5B2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점수 LED</a:t>
            </a:r>
            <a:endParaRPr lang="en-US" sz="1000" dirty="0"/>
          </a:p>
        </p:txBody>
      </p:sp>
      <p:sp>
        <p:nvSpPr>
          <p:cNvPr id="50" name="label_wall_sensor_158"/>
          <p:cNvSpPr txBox="1"/>
          <p:nvPr/>
        </p:nvSpPr>
        <p:spPr>
          <a:xfrm>
            <a:off x="8595360" y="323871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 스캔면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 앞 20–40 mm</a:t>
            </a:r>
            <a:endParaRPr lang="en-US" sz="1000" dirty="0"/>
          </a:p>
        </p:txBody>
      </p:sp>
      <p:sp>
        <p:nvSpPr>
          <p:cNvPr id="51" name="label_target_159"/>
          <p:cNvSpPr txBox="1"/>
          <p:nvPr/>
        </p:nvSpPr>
        <p:spPr>
          <a:xfrm>
            <a:off x="8595360" y="390724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타깃 투사 영역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600–1,900 mm (예시)</a:t>
            </a:r>
            <a:endParaRPr lang="en-US" sz="1000" dirty="0"/>
          </a:p>
        </p:txBody>
      </p:sp>
      <p:sp>
        <p:nvSpPr>
          <p:cNvPr id="52" name="dim_160"/>
          <p:cNvSpPr/>
          <p:nvPr/>
        </p:nvSpPr>
        <p:spPr>
          <a:xfrm>
            <a:off x="914400" y="5961888"/>
            <a:ext cx="7498080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53" name="dim_161"/>
          <p:cNvSpPr/>
          <p:nvPr/>
        </p:nvSpPr>
        <p:spPr>
          <a:xfrm>
            <a:off x="914400" y="5907024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54" name="dim_162"/>
          <p:cNvSpPr/>
          <p:nvPr/>
        </p:nvSpPr>
        <p:spPr>
          <a:xfrm>
            <a:off x="8412480" y="5907024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55" name="dim_label_163"/>
          <p:cNvSpPr txBox="1"/>
          <p:nvPr/>
        </p:nvSpPr>
        <p:spPr>
          <a:xfrm>
            <a:off x="4114800" y="6016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6,300</a:t>
            </a:r>
            <a:endParaRPr lang="en-US" sz="1000" dirty="0"/>
          </a:p>
        </p:txBody>
      </p:sp>
      <p:sp>
        <p:nvSpPr>
          <p:cNvPr id="56" name="zone_tick_164"/>
          <p:cNvSpPr/>
          <p:nvPr/>
        </p:nvSpPr>
        <p:spPr>
          <a:xfrm>
            <a:off x="4663440" y="5532120"/>
            <a:ext cx="0" cy="9144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57" name="label_zone2_165"/>
          <p:cNvSpPr txBox="1"/>
          <p:nvPr/>
        </p:nvSpPr>
        <p:spPr>
          <a:xfrm>
            <a:off x="1508760" y="5687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구역 ② (출발 쪽 3,150)</a:t>
            </a:r>
            <a:endParaRPr lang="en-US" sz="850" dirty="0"/>
          </a:p>
        </p:txBody>
      </p:sp>
      <p:sp>
        <p:nvSpPr>
          <p:cNvPr id="58" name="label_zone1_166"/>
          <p:cNvSpPr txBox="1"/>
          <p:nvPr/>
        </p:nvSpPr>
        <p:spPr>
          <a:xfrm>
            <a:off x="5257800" y="5687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바닥 구역 ① (벽 쪽 3,150)</a:t>
            </a:r>
            <a:endParaRPr lang="en-US" sz="850" dirty="0"/>
          </a:p>
        </p:txBody>
      </p:sp>
      <p:sp>
        <p:nvSpPr>
          <p:cNvPr id="59" name="caption_167"/>
          <p:cNvSpPr txBox="1"/>
          <p:nvPr/>
        </p:nvSpPr>
        <p:spPr>
          <a:xfrm>
            <a:off x="457200" y="6355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철봉은 옆벽에 붙어 있어 단면에서는 뒤쪽에 겹쳐 보입니다. 모든 치수는 mm, 개념안입니다.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배치 평면 · 단면</dc:title>
  <dc:subject>PptxGenJS Presentation</dc:subject>
  <dc:creator>PptxGenJS</dc:creator>
  <cp:lastModifiedBy>PptxGenJS</cp:lastModifiedBy>
  <cp:revision>1</cp:revision>
  <dcterms:created xsi:type="dcterms:W3CDTF">2026-09-23T08:27:24Z</dcterms:created>
  <dcterms:modified xsi:type="dcterms:W3CDTF">2026-09-23T08:27:24Z</dcterms:modified>
</cp:coreProperties>
</file>